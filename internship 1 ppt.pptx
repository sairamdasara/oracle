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4">
          <p15:clr>
            <a:srgbClr val="A4A3A4"/>
          </p15:clr>
        </p15:guide>
        <p15:guide id="2" pos="7368">
          <p15:clr>
            <a:srgbClr val="A4A3A4"/>
          </p15:clr>
        </p15:guide>
        <p15:guide id="3" pos="312">
          <p15:clr>
            <a:srgbClr val="A4A3A4"/>
          </p15:clr>
        </p15:guide>
        <p15:guide id="4" orient="horz" pos="2856">
          <p15:clr>
            <a:srgbClr val="A4A3A4"/>
          </p15:clr>
        </p15:guide>
        <p15:guide id="5" pos="5928">
          <p15:clr>
            <a:srgbClr val="A4A3A4"/>
          </p15:clr>
        </p15:guide>
        <p15:guide id="6" pos="6168">
          <p15:clr>
            <a:srgbClr val="A4A3A4"/>
          </p15:clr>
        </p15:guide>
        <p15:guide id="7" pos="1512">
          <p15:clr>
            <a:srgbClr val="A4A3A4"/>
          </p15:clr>
        </p15:guide>
        <p15:guide id="8" orient="horz" pos="264">
          <p15:clr>
            <a:srgbClr val="A4A3A4"/>
          </p15:clr>
        </p15:guide>
        <p15:guide id="9" pos="2496">
          <p15:clr>
            <a:srgbClr val="A4A3A4"/>
          </p15:clr>
        </p15:guide>
        <p15:guide id="10" pos="2688">
          <p15:clr>
            <a:srgbClr val="A4A3A4"/>
          </p15:clr>
        </p15:guide>
        <p15:guide id="11" pos="4536">
          <p15:clr>
            <a:srgbClr val="A4A3A4"/>
          </p15:clr>
        </p15:guide>
        <p15:guide id="12" pos="4008">
          <p15:clr>
            <a:srgbClr val="A4A3A4"/>
          </p15:clr>
        </p15:guide>
        <p15:guide id="13" pos="4944">
          <p15:clr>
            <a:srgbClr val="A4A3A4"/>
          </p15:clr>
        </p15:guide>
        <p15:guide id="14" pos="5136">
          <p15:clr>
            <a:srgbClr val="A4A3A4"/>
          </p15:clr>
        </p15:guide>
        <p15:guide id="15" orient="horz" pos="1584">
          <p15:clr>
            <a:srgbClr val="A4A3A4"/>
          </p15:clr>
        </p15:guide>
        <p15:guide id="16" orient="horz" pos="2736">
          <p15:clr>
            <a:srgbClr val="A4A3A4"/>
          </p15:clr>
        </p15:guide>
        <p15:guide id="17" orient="horz" pos="3648">
          <p15:clr>
            <a:srgbClr val="A4A3A4"/>
          </p15:clr>
        </p15:guide>
        <p15:guide id="18" orient="horz" pos="864">
          <p15:clr>
            <a:srgbClr val="A4A3A4"/>
          </p15:clr>
        </p15:guide>
        <p15:guide id="19" orient="horz" pos="3984">
          <p15:clr>
            <a:srgbClr val="A4A3A4"/>
          </p15:clr>
        </p15:guide>
        <p15:guide id="20" pos="456">
          <p15:clr>
            <a:srgbClr val="A4A3A4"/>
          </p15:clr>
        </p15:guide>
        <p15:guide id="21" pos="7248">
          <p15:clr>
            <a:srgbClr val="A4A3A4"/>
          </p15:clr>
        </p15:guide>
        <p15:guide id="22" orient="horz" pos="1920">
          <p15:clr>
            <a:srgbClr val="A4A3A4"/>
          </p15:clr>
        </p15:guide>
        <p15:guide id="23" orient="horz" pos="2256">
          <p15:clr>
            <a:srgbClr val="A4A3A4"/>
          </p15:clr>
        </p15:guide>
        <p15:guide id="24" pos="7176">
          <p15:clr>
            <a:srgbClr val="A4A3A4"/>
          </p15:clr>
        </p15:guide>
        <p15:guide id="25" orient="horz" pos="1704">
          <p15:clr>
            <a:srgbClr val="A4A3A4"/>
          </p15:clr>
        </p15:guide>
        <p15:guide id="26" pos="4176">
          <p15:clr>
            <a:srgbClr val="A4A3A4"/>
          </p15:clr>
        </p15:guide>
        <p15:guide id="27" orient="horz" pos="2592">
          <p15:clr>
            <a:srgbClr val="A4A3A4"/>
          </p15:clr>
        </p15:guide>
        <p15:guide id="28" pos="6912">
          <p15:clr>
            <a:srgbClr val="A4A3A4"/>
          </p15:clr>
        </p15:guide>
        <p15:guide id="29" pos="3552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Bjz7050GLcEPwk3iIbyTchMGF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741" autoAdjust="0"/>
  </p:normalViewPr>
  <p:slideViewPr>
    <p:cSldViewPr snapToGrid="0">
      <p:cViewPr varScale="1">
        <p:scale>
          <a:sx n="79" d="100"/>
          <a:sy n="79" d="100"/>
        </p:scale>
        <p:origin x="893" y="77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8" name="Google Shape;18;p13"/>
          <p:cNvGrpSpPr/>
          <p:nvPr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19" name="Google Shape;19;p13"/>
            <p:cNvCxnSpPr/>
            <p:nvPr/>
          </p:nvCxnSpPr>
          <p:spPr>
            <a:xfrm>
              <a:off x="3733800" y="5539861"/>
              <a:ext cx="6054153" cy="0"/>
            </a:xfrm>
            <a:prstGeom prst="straightConnector1">
              <a:avLst/>
            </a:prstGeom>
            <a:noFill/>
            <a:ln w="571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" name="Google Shape;20;p13"/>
            <p:cNvCxnSpPr/>
            <p:nvPr/>
          </p:nvCxnSpPr>
          <p:spPr>
            <a:xfrm>
              <a:off x="9783803" y="5539861"/>
              <a:ext cx="2171700" cy="0"/>
            </a:xfrm>
            <a:prstGeom prst="straightConnector1">
              <a:avLst/>
            </a:prstGeom>
            <a:noFill/>
            <a:ln w="571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2322576" y="2953512"/>
            <a:ext cx="7470648" cy="329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/>
            </a:lvl1pPr>
            <a:lvl2pPr marL="914400" lvl="1" indent="-228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i="1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6" name="Google Shape;26;p14"/>
          <p:cNvGrpSpPr/>
          <p:nvPr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27" name="Google Shape;27;p14"/>
            <p:cNvCxnSpPr/>
            <p:nvPr/>
          </p:nvCxnSpPr>
          <p:spPr>
            <a:xfrm>
              <a:off x="2286319" y="5546299"/>
              <a:ext cx="7391400" cy="0"/>
            </a:xfrm>
            <a:prstGeom prst="straightConnector1">
              <a:avLst/>
            </a:prstGeom>
            <a:noFill/>
            <a:ln w="5715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" name="Google Shape;28;p14"/>
            <p:cNvCxnSpPr/>
            <p:nvPr/>
          </p:nvCxnSpPr>
          <p:spPr>
            <a:xfrm>
              <a:off x="9676016" y="5547202"/>
              <a:ext cx="2411430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 light">
  <p:cSld name="Title and two column ligh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1"/>
          </p:nvPr>
        </p:nvSpPr>
        <p:spPr>
          <a:xfrm>
            <a:off x="649224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2"/>
          </p:nvPr>
        </p:nvSpPr>
        <p:spPr>
          <a:xfrm>
            <a:off x="6236208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3"/>
          </p:nvPr>
        </p:nvSpPr>
        <p:spPr>
          <a:xfrm>
            <a:off x="365760" y="3401568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4"/>
          </p:nvPr>
        </p:nvSpPr>
        <p:spPr>
          <a:xfrm>
            <a:off x="5943600" y="3401568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8" name="Google Shape;38;p15"/>
          <p:cNvGrpSpPr/>
          <p:nvPr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39" name="Google Shape;39;p15"/>
            <p:cNvCxnSpPr/>
            <p:nvPr/>
          </p:nvCxnSpPr>
          <p:spPr>
            <a:xfrm>
              <a:off x="2077471" y="5539116"/>
              <a:ext cx="4755396" cy="0"/>
            </a:xfrm>
            <a:prstGeom prst="straightConnector1">
              <a:avLst/>
            </a:prstGeom>
            <a:noFill/>
            <a:ln w="5715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0" name="Google Shape;40;p15"/>
            <p:cNvCxnSpPr/>
            <p:nvPr/>
          </p:nvCxnSpPr>
          <p:spPr>
            <a:xfrm>
              <a:off x="6816103" y="5539117"/>
              <a:ext cx="6742176" cy="0"/>
            </a:xfrm>
            <a:prstGeom prst="straightConnector1">
              <a:avLst/>
            </a:prstGeom>
            <a:noFill/>
            <a:ln w="571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on the right">
  <p:cSld name="Two content on the righ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/>
          <p:nvPr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6245352" y="1252728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6245352" y="350215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5989320" y="179222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5989320" y="394106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50" name="Google Shape;50;p16"/>
          <p:cNvGrpSpPr/>
          <p:nvPr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51" name="Google Shape;51;p16"/>
            <p:cNvCxnSpPr/>
            <p:nvPr/>
          </p:nvCxnSpPr>
          <p:spPr>
            <a:xfrm>
              <a:off x="5475479" y="5537976"/>
              <a:ext cx="3060700" cy="0"/>
            </a:xfrm>
            <a:prstGeom prst="straightConnector1">
              <a:avLst/>
            </a:prstGeom>
            <a:noFill/>
            <a:ln w="571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2" name="Google Shape;52;p16"/>
            <p:cNvCxnSpPr/>
            <p:nvPr/>
          </p:nvCxnSpPr>
          <p:spPr>
            <a:xfrm rot="10800000" flipH="1">
              <a:off x="8537690" y="5537794"/>
              <a:ext cx="1216871" cy="364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dark band">
  <p:cSld name="Title and content dark band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/>
          <p:nvPr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7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000"/>
              <a:buFont typeface="Arial"/>
              <a:buNone/>
              <a:defRPr sz="5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1"/>
          </p:nvPr>
        </p:nvSpPr>
        <p:spPr>
          <a:xfrm>
            <a:off x="649224" y="3483864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body" idx="2"/>
          </p:nvPr>
        </p:nvSpPr>
        <p:spPr>
          <a:xfrm>
            <a:off x="365760" y="3931920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3"/>
          </p:nvPr>
        </p:nvSpPr>
        <p:spPr>
          <a:xfrm>
            <a:off x="5943600" y="3931920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61" name="Google Shape;61;p17"/>
          <p:cNvGrpSpPr/>
          <p:nvPr/>
        </p:nvGrpSpPr>
        <p:grpSpPr>
          <a:xfrm rot="5400000" flipH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62" name="Google Shape;62;p17"/>
            <p:cNvCxnSpPr/>
            <p:nvPr/>
          </p:nvCxnSpPr>
          <p:spPr>
            <a:xfrm rot="10800000">
              <a:off x="5934529" y="51760740"/>
              <a:ext cx="0" cy="7294360"/>
            </a:xfrm>
            <a:prstGeom prst="straightConnector1">
              <a:avLst/>
            </a:prstGeom>
            <a:noFill/>
            <a:ln w="444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63;p17"/>
            <p:cNvCxnSpPr/>
            <p:nvPr/>
          </p:nvCxnSpPr>
          <p:spPr>
            <a:xfrm rot="10800000">
              <a:off x="11514714" y="53474916"/>
              <a:ext cx="0" cy="3866008"/>
            </a:xfrm>
            <a:prstGeom prst="straightConnector1">
              <a:avLst/>
            </a:prstGeom>
            <a:noFill/>
            <a:ln w="444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8" name="Google Shape;68;p18"/>
          <p:cNvGrpSpPr/>
          <p:nvPr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69" name="Google Shape;69;p18"/>
            <p:cNvCxnSpPr/>
            <p:nvPr/>
          </p:nvCxnSpPr>
          <p:spPr>
            <a:xfrm>
              <a:off x="2286319" y="5546299"/>
              <a:ext cx="7391400" cy="0"/>
            </a:xfrm>
            <a:prstGeom prst="straightConnector1">
              <a:avLst/>
            </a:prstGeom>
            <a:noFill/>
            <a:ln w="5715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70" name="Google Shape;70;p18"/>
            <p:cNvCxnSpPr/>
            <p:nvPr/>
          </p:nvCxnSpPr>
          <p:spPr>
            <a:xfrm>
              <a:off x="9676016" y="5547202"/>
              <a:ext cx="2411430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1" name="Google Shape;71;p18"/>
          <p:cNvSpPr txBox="1">
            <a:spLocks noGrp="1"/>
          </p:cNvSpPr>
          <p:nvPr>
            <p:ph type="body" idx="1"/>
          </p:nvPr>
        </p:nvSpPr>
        <p:spPr>
          <a:xfrm>
            <a:off x="2322576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2322576" y="4443984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3"/>
          </p:nvPr>
        </p:nvSpPr>
        <p:spPr>
          <a:xfrm>
            <a:off x="2020824" y="3401568"/>
            <a:ext cx="8379220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4"/>
          </p:nvPr>
        </p:nvSpPr>
        <p:spPr>
          <a:xfrm>
            <a:off x="2020824" y="4901184"/>
            <a:ext cx="8379220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on the right dark">
  <p:cSld name="Two content on the right dar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9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Font typeface="Arial"/>
              <a:buNone/>
              <a:defRPr sz="5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>
            <a:off x="6245352" y="135331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  <a:defRPr sz="2200" b="1">
                <a:solidFill>
                  <a:schemeClr val="accent5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2"/>
          </p:nvPr>
        </p:nvSpPr>
        <p:spPr>
          <a:xfrm>
            <a:off x="6245352" y="350215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  <a:defRPr sz="2200" b="1">
                <a:solidFill>
                  <a:schemeClr val="accent5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3"/>
          </p:nvPr>
        </p:nvSpPr>
        <p:spPr>
          <a:xfrm>
            <a:off x="5971032" y="179222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4"/>
          </p:nvPr>
        </p:nvSpPr>
        <p:spPr>
          <a:xfrm>
            <a:off x="5971032" y="394106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 sz="1600">
                <a:solidFill>
                  <a:schemeClr val="accent5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84" name="Google Shape;84;p19"/>
          <p:cNvGrpSpPr/>
          <p:nvPr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85" name="Google Shape;85;p19"/>
            <p:cNvCxnSpPr/>
            <p:nvPr/>
          </p:nvCxnSpPr>
          <p:spPr>
            <a:xfrm>
              <a:off x="5464255" y="5541151"/>
              <a:ext cx="3991534" cy="0"/>
            </a:xfrm>
            <a:prstGeom prst="straightConnector1">
              <a:avLst/>
            </a:prstGeom>
            <a:noFill/>
            <a:ln w="571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6" name="Google Shape;86;p19"/>
            <p:cNvCxnSpPr/>
            <p:nvPr/>
          </p:nvCxnSpPr>
          <p:spPr>
            <a:xfrm>
              <a:off x="9454487" y="5541151"/>
              <a:ext cx="1676400" cy="0"/>
            </a:xfrm>
            <a:prstGeom prst="straightConnector1">
              <a:avLst/>
            </a:prstGeom>
            <a:noFill/>
            <a:ln w="571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body" idx="1"/>
          </p:nvPr>
        </p:nvSpPr>
        <p:spPr>
          <a:xfrm>
            <a:off x="649224" y="2980944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body" idx="2"/>
          </p:nvPr>
        </p:nvSpPr>
        <p:spPr>
          <a:xfrm>
            <a:off x="4334256" y="2980944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3"/>
          </p:nvPr>
        </p:nvSpPr>
        <p:spPr>
          <a:xfrm>
            <a:off x="365760" y="4114800"/>
            <a:ext cx="3282696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4"/>
          </p:nvPr>
        </p:nvSpPr>
        <p:spPr>
          <a:xfrm>
            <a:off x="4005072" y="4114800"/>
            <a:ext cx="3282696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95" name="Google Shape;95;p20"/>
          <p:cNvGrpSpPr/>
          <p:nvPr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96" name="Google Shape;96;p20"/>
            <p:cNvCxnSpPr/>
            <p:nvPr/>
          </p:nvCxnSpPr>
          <p:spPr>
            <a:xfrm>
              <a:off x="2792270" y="5541172"/>
              <a:ext cx="6760464" cy="0"/>
            </a:xfrm>
            <a:prstGeom prst="straightConnector1">
              <a:avLst/>
            </a:prstGeom>
            <a:noFill/>
            <a:ln w="571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7" name="Google Shape;97;p20"/>
            <p:cNvCxnSpPr/>
            <p:nvPr/>
          </p:nvCxnSpPr>
          <p:spPr>
            <a:xfrm>
              <a:off x="9552734" y="5541330"/>
              <a:ext cx="4631436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8" name="Google Shape;98;p20"/>
          <p:cNvSpPr txBox="1">
            <a:spLocks noGrp="1"/>
          </p:cNvSpPr>
          <p:nvPr>
            <p:ph type="body" idx="5"/>
          </p:nvPr>
        </p:nvSpPr>
        <p:spPr>
          <a:xfrm>
            <a:off x="8266176" y="2980944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6"/>
          </p:nvPr>
        </p:nvSpPr>
        <p:spPr>
          <a:xfrm>
            <a:off x="7973568" y="4114800"/>
            <a:ext cx="3282696" cy="97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 dark">
  <p:cSld name="Title and two column dar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21"/>
          <p:cNvSpPr/>
          <p:nvPr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21"/>
          <p:cNvCxnSpPr/>
          <p:nvPr/>
        </p:nvCxnSpPr>
        <p:spPr>
          <a:xfrm>
            <a:off x="4267200" y="2523744"/>
            <a:ext cx="7924800" cy="883"/>
          </a:xfrm>
          <a:prstGeom prst="straightConnector1">
            <a:avLst/>
          </a:prstGeom>
          <a:noFill/>
          <a:ln w="5715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" name="Google Shape;105;p21"/>
          <p:cNvCxnSpPr/>
          <p:nvPr/>
        </p:nvCxnSpPr>
        <p:spPr>
          <a:xfrm>
            <a:off x="723384" y="2523744"/>
            <a:ext cx="3543816" cy="0"/>
          </a:xfrm>
          <a:prstGeom prst="straightConnector1">
            <a:avLst/>
          </a:prstGeom>
          <a:noFill/>
          <a:ln w="571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649224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2"/>
          </p:nvPr>
        </p:nvSpPr>
        <p:spPr>
          <a:xfrm>
            <a:off x="6236208" y="2971800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3"/>
          </p:nvPr>
        </p:nvSpPr>
        <p:spPr>
          <a:xfrm>
            <a:off x="365760" y="3401568"/>
            <a:ext cx="5111496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4"/>
          </p:nvPr>
        </p:nvSpPr>
        <p:spPr>
          <a:xfrm>
            <a:off x="5943600" y="3401568"/>
            <a:ext cx="5111496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on the left">
  <p:cSld name="Three content on the lef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22"/>
          <p:cNvGrpSpPr/>
          <p:nvPr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114" name="Google Shape;114;p22"/>
            <p:cNvCxnSpPr/>
            <p:nvPr/>
          </p:nvCxnSpPr>
          <p:spPr>
            <a:xfrm>
              <a:off x="5440605" y="5541172"/>
              <a:ext cx="1797621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22"/>
            <p:cNvCxnSpPr/>
            <p:nvPr/>
          </p:nvCxnSpPr>
          <p:spPr>
            <a:xfrm>
              <a:off x="7237724" y="5540787"/>
              <a:ext cx="4061254" cy="0"/>
            </a:xfrm>
            <a:prstGeom prst="straightConnector1">
              <a:avLst/>
            </a:prstGeom>
            <a:noFill/>
            <a:ln w="5715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6" name="Google Shape;116;p22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630936" y="1252728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2"/>
          </p:nvPr>
        </p:nvSpPr>
        <p:spPr>
          <a:xfrm>
            <a:off x="630936" y="3584448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3"/>
          </p:nvPr>
        </p:nvSpPr>
        <p:spPr>
          <a:xfrm>
            <a:off x="365760" y="1792224"/>
            <a:ext cx="475488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4"/>
          </p:nvPr>
        </p:nvSpPr>
        <p:spPr>
          <a:xfrm>
            <a:off x="365760" y="4123944"/>
            <a:ext cx="4754880" cy="94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5"/>
          </p:nvPr>
        </p:nvSpPr>
        <p:spPr>
          <a:xfrm>
            <a:off x="630936" y="5065776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6"/>
          </p:nvPr>
        </p:nvSpPr>
        <p:spPr>
          <a:xfrm>
            <a:off x="365760" y="5605272"/>
            <a:ext cx="4754880" cy="114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/>
          <p:nvPr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8" name="Google Shape;128;p23"/>
          <p:cNvGrpSpPr/>
          <p:nvPr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129" name="Google Shape;129;p23"/>
            <p:cNvCxnSpPr/>
            <p:nvPr/>
          </p:nvCxnSpPr>
          <p:spPr>
            <a:xfrm>
              <a:off x="3733800" y="5537385"/>
              <a:ext cx="6054153" cy="0"/>
            </a:xfrm>
            <a:prstGeom prst="straightConnector1">
              <a:avLst/>
            </a:prstGeom>
            <a:noFill/>
            <a:ln w="571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0" name="Google Shape;130;p23"/>
            <p:cNvCxnSpPr/>
            <p:nvPr/>
          </p:nvCxnSpPr>
          <p:spPr>
            <a:xfrm>
              <a:off x="9774567" y="5537385"/>
              <a:ext cx="2171700" cy="0"/>
            </a:xfrm>
            <a:prstGeom prst="straightConnector1">
              <a:avLst/>
            </a:prstGeom>
            <a:noFill/>
            <a:ln w="5715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877056" y="3383280"/>
            <a:ext cx="475488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35" name="Google Shape;135;p24"/>
          <p:cNvGrpSpPr/>
          <p:nvPr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136" name="Google Shape;136;p24"/>
            <p:cNvCxnSpPr/>
            <p:nvPr/>
          </p:nvCxnSpPr>
          <p:spPr>
            <a:xfrm>
              <a:off x="3733800" y="5539861"/>
              <a:ext cx="6054153" cy="0"/>
            </a:xfrm>
            <a:prstGeom prst="straightConnector1">
              <a:avLst/>
            </a:prstGeom>
            <a:noFill/>
            <a:ln w="571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" name="Google Shape;137;p24"/>
            <p:cNvCxnSpPr/>
            <p:nvPr/>
          </p:nvCxnSpPr>
          <p:spPr>
            <a:xfrm>
              <a:off x="9783803" y="5539861"/>
              <a:ext cx="2171700" cy="0"/>
            </a:xfrm>
            <a:prstGeom prst="straightConnector1">
              <a:avLst/>
            </a:prstGeom>
            <a:noFill/>
            <a:ln w="571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8" name="Google Shape;148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5" name="Google Shape;155;p28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6E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11480" y="301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"/>
          <p:cNvSpPr txBox="1">
            <a:spLocks noGrp="1"/>
          </p:cNvSpPr>
          <p:nvPr>
            <p:ph type="ctrTitle"/>
          </p:nvPr>
        </p:nvSpPr>
        <p:spPr>
          <a:xfrm>
            <a:off x="2267712" y="2036826"/>
            <a:ext cx="64008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INTERNSHIP REPORT</a:t>
            </a:r>
            <a:endParaRPr/>
          </a:p>
        </p:txBody>
      </p:sp>
      <p:sp>
        <p:nvSpPr>
          <p:cNvPr id="162" name="Google Shape;162;p1"/>
          <p:cNvSpPr txBox="1">
            <a:spLocks noGrp="1"/>
          </p:cNvSpPr>
          <p:nvPr>
            <p:ph type="subTitle" idx="1"/>
          </p:nvPr>
        </p:nvSpPr>
        <p:spPr>
          <a:xfrm>
            <a:off x="6468096" y="5348889"/>
            <a:ext cx="5486400" cy="955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solidFill>
                  <a:schemeClr val="dk1"/>
                </a:solidFill>
              </a:rPr>
              <a:t>Name: Harshith Boddu</a:t>
            </a:r>
            <a:endParaRPr dirty="0"/>
          </a:p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solidFill>
                  <a:schemeClr val="dk1"/>
                </a:solidFill>
              </a:rPr>
              <a:t>Register Number: 19221</a:t>
            </a:r>
            <a:r>
              <a:rPr lang="en-IN">
                <a:solidFill>
                  <a:schemeClr val="dk1"/>
                </a:solidFill>
              </a:rPr>
              <a:t>0516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63" name="Google Shape;163;p1"/>
          <p:cNvPicPr preferRelativeResize="0"/>
          <p:nvPr/>
        </p:nvPicPr>
        <p:blipFill rotWithShape="1">
          <a:blip r:embed="rId3">
            <a:alphaModFix/>
          </a:blip>
          <a:srcRect r="50128"/>
          <a:stretch/>
        </p:blipFill>
        <p:spPr>
          <a:xfrm>
            <a:off x="156481" y="156464"/>
            <a:ext cx="356082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"/>
          <p:cNvPicPr preferRelativeResize="0"/>
          <p:nvPr/>
        </p:nvPicPr>
        <p:blipFill rotWithShape="1">
          <a:blip r:embed="rId3">
            <a:alphaModFix/>
          </a:blip>
          <a:srcRect l="50128"/>
          <a:stretch/>
        </p:blipFill>
        <p:spPr>
          <a:xfrm>
            <a:off x="8393674" y="156464"/>
            <a:ext cx="3560822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>
            <a:spLocks noGrp="1"/>
          </p:cNvSpPr>
          <p:nvPr>
            <p:ph type="title"/>
          </p:nvPr>
        </p:nvSpPr>
        <p:spPr>
          <a:xfrm>
            <a:off x="2346960" y="1430955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TABLE OF CONTENTS</a:t>
            </a:r>
            <a:endParaRPr dirty="0"/>
          </a:p>
        </p:txBody>
      </p:sp>
      <p:sp>
        <p:nvSpPr>
          <p:cNvPr id="170" name="Google Shape;170;p2"/>
          <p:cNvSpPr txBox="1">
            <a:spLocks noGrp="1"/>
          </p:cNvSpPr>
          <p:nvPr>
            <p:ph type="body" idx="1"/>
          </p:nvPr>
        </p:nvSpPr>
        <p:spPr>
          <a:xfrm>
            <a:off x="470898" y="2423710"/>
            <a:ext cx="11250203" cy="452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Font typeface="Arial"/>
              <a:buChar char="•"/>
            </a:pPr>
            <a:r>
              <a:rPr lang="en-US" sz="2400" dirty="0"/>
              <a:t>Introduction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Company Overview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Internship Objectives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Work Responsibilities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Challenges and Solutions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Skills Gained and Knowledge Acquired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Contribution to the Organization</a:t>
            </a:r>
          </a:p>
          <a:p>
            <a:pPr marL="342900" lvl="0" indent="-342900">
              <a:spcBef>
                <a:spcPts val="1500"/>
              </a:spcBef>
              <a:buFont typeface="Arial"/>
              <a:buChar char="•"/>
            </a:pPr>
            <a:r>
              <a:rPr lang="en-US" sz="2400" dirty="0"/>
              <a:t>Conclusion</a:t>
            </a:r>
          </a:p>
          <a:p>
            <a:pPr marL="342900" lvl="0" indent="-203200">
              <a:spcBef>
                <a:spcPts val="1500"/>
              </a:spcBef>
            </a:pPr>
            <a:endParaRPr lang="en-US" sz="2400" dirty="0"/>
          </a:p>
        </p:txBody>
      </p:sp>
      <p:pic>
        <p:nvPicPr>
          <p:cNvPr id="171" name="Google Shape;171;p2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78" name="Google Shape;178;p3"/>
          <p:cNvSpPr txBox="1">
            <a:spLocks noGrp="1"/>
          </p:cNvSpPr>
          <p:nvPr>
            <p:ph type="body" idx="1"/>
          </p:nvPr>
        </p:nvSpPr>
        <p:spPr>
          <a:xfrm>
            <a:off x="151052" y="2784920"/>
            <a:ext cx="3749707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About me.</a:t>
            </a:r>
            <a:endParaRPr dirty="0"/>
          </a:p>
        </p:txBody>
      </p:sp>
      <p:sp>
        <p:nvSpPr>
          <p:cNvPr id="179" name="Google Shape;179;p3"/>
          <p:cNvSpPr txBox="1">
            <a:spLocks noGrp="1"/>
          </p:cNvSpPr>
          <p:nvPr>
            <p:ph type="body" idx="2"/>
          </p:nvPr>
        </p:nvSpPr>
        <p:spPr>
          <a:xfrm>
            <a:off x="3936537" y="2822570"/>
            <a:ext cx="3749707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Purpose of the internship </a:t>
            </a:r>
            <a:endParaRPr dirty="0"/>
          </a:p>
        </p:txBody>
      </p:sp>
      <p:sp>
        <p:nvSpPr>
          <p:cNvPr id="180" name="Google Shape;180;p3"/>
          <p:cNvSpPr txBox="1">
            <a:spLocks noGrp="1"/>
          </p:cNvSpPr>
          <p:nvPr>
            <p:ph type="body" idx="3"/>
          </p:nvPr>
        </p:nvSpPr>
        <p:spPr>
          <a:xfrm>
            <a:off x="-69767" y="3167052"/>
            <a:ext cx="3761234" cy="3690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>
              <a:buNone/>
            </a:pPr>
            <a:r>
              <a:rPr lang="en-US" dirty="0"/>
              <a:t>   </a:t>
            </a:r>
            <a:r>
              <a:rPr lang="en-US" dirty="0" err="1"/>
              <a:t>I,Harshith</a:t>
            </a:r>
            <a:r>
              <a:rPr lang="en-US" dirty="0"/>
              <a:t> Boddu, a student of B.Tech in the Department of Computer Science and Engineering solemnly affirm that the internship experience documented in this report reflects my direct involvement in a formal organizational setting, actively engaged in industry-relevant operations.</a:t>
            </a:r>
            <a:endParaRPr dirty="0"/>
          </a:p>
        </p:txBody>
      </p:sp>
      <p:sp>
        <p:nvSpPr>
          <p:cNvPr id="181" name="Google Shape;181;p3"/>
          <p:cNvSpPr txBox="1">
            <a:spLocks noGrp="1"/>
          </p:cNvSpPr>
          <p:nvPr>
            <p:ph type="body" idx="4"/>
          </p:nvPr>
        </p:nvSpPr>
        <p:spPr>
          <a:xfrm>
            <a:off x="3691467" y="3346975"/>
            <a:ext cx="4371854" cy="3014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>
              <a:buNone/>
            </a:pPr>
            <a:r>
              <a:rPr lang="en-US" dirty="0"/>
              <a:t>  To entrust with tasks and responsibilities that were integral to the company’s ongoing functions. The insights and observations included herein are a true representation of the work culture, technical exposure, and professional interactions I encountered at JBK IT Technologies.</a:t>
            </a:r>
            <a:endParaRPr dirty="0"/>
          </a:p>
        </p:txBody>
      </p:sp>
      <p:sp>
        <p:nvSpPr>
          <p:cNvPr id="182" name="Google Shape;182;p3"/>
          <p:cNvSpPr txBox="1"/>
          <p:nvPr/>
        </p:nvSpPr>
        <p:spPr>
          <a:xfrm>
            <a:off x="7950062" y="2822570"/>
            <a:ext cx="4241938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Duration and location </a:t>
            </a:r>
            <a:endParaRPr dirty="0"/>
          </a:p>
        </p:txBody>
      </p:sp>
      <p:sp>
        <p:nvSpPr>
          <p:cNvPr id="183" name="Google Shape;183;p3"/>
          <p:cNvSpPr txBox="1"/>
          <p:nvPr/>
        </p:nvSpPr>
        <p:spPr>
          <a:xfrm>
            <a:off x="8412839" y="3978265"/>
            <a:ext cx="3692893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84" name="Google Shape;184;p3"/>
          <p:cNvSpPr txBox="1"/>
          <p:nvPr/>
        </p:nvSpPr>
        <p:spPr>
          <a:xfrm>
            <a:off x="7733878" y="3384625"/>
            <a:ext cx="4371854" cy="210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>
              <a:lnSpc>
                <a:spcPct val="150000"/>
              </a:lnSpc>
              <a:buClr>
                <a:schemeClr val="dk2"/>
              </a:buClr>
              <a:buSzPts val="1600"/>
            </a:pPr>
            <a:r>
              <a:rPr lang="en-IN" sz="16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Duration: </a:t>
            </a:r>
            <a:r>
              <a:rPr lang="en-IN" sz="1600" dirty="0"/>
              <a:t>: August,05,2025 –  Sep,05,2025</a:t>
            </a:r>
            <a:endParaRPr lang="en-US" sz="1600" dirty="0">
              <a:solidFill>
                <a:schemeClr val="dk2"/>
              </a:solidFill>
            </a:endParaRPr>
          </a:p>
        </p:txBody>
      </p:sp>
      <p:pic>
        <p:nvPicPr>
          <p:cNvPr id="185" name="Google Shape;185;p3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 txBox="1"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COMPANY OVERVIEW</a:t>
            </a:r>
            <a:endParaRPr dirty="0"/>
          </a:p>
        </p:txBody>
      </p:sp>
      <p:sp>
        <p:nvSpPr>
          <p:cNvPr id="192" name="Google Shape;192;p4"/>
          <p:cNvSpPr txBox="1">
            <a:spLocks noGrp="1"/>
          </p:cNvSpPr>
          <p:nvPr>
            <p:ph type="body" idx="1"/>
          </p:nvPr>
        </p:nvSpPr>
        <p:spPr>
          <a:xfrm>
            <a:off x="4400937" y="864194"/>
            <a:ext cx="3390126" cy="4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About the Organization.</a:t>
            </a:r>
            <a:endParaRPr dirty="0"/>
          </a:p>
        </p:txBody>
      </p:sp>
      <p:sp>
        <p:nvSpPr>
          <p:cNvPr id="193" name="Google Shape;193;p4"/>
          <p:cNvSpPr txBox="1">
            <a:spLocks noGrp="1"/>
          </p:cNvSpPr>
          <p:nvPr>
            <p:ph type="body" idx="3"/>
          </p:nvPr>
        </p:nvSpPr>
        <p:spPr>
          <a:xfrm>
            <a:off x="4099390" y="1566396"/>
            <a:ext cx="7995200" cy="302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b="1" dirty="0"/>
              <a:t>Name of the Company:</a:t>
            </a:r>
            <a:r>
              <a:rPr lang="en-US" dirty="0"/>
              <a:t> JBK IT Technologies</a:t>
            </a:r>
          </a:p>
          <a:p>
            <a:pPr fontAlgn="base"/>
            <a:r>
              <a:rPr lang="en-US" b="1" dirty="0"/>
              <a:t>Nature of Business/Industry Sector:</a:t>
            </a:r>
            <a:r>
              <a:rPr lang="en-US" dirty="0"/>
              <a:t> Technology Services and Digital Solutions</a:t>
            </a:r>
          </a:p>
          <a:p>
            <a:pPr fontAlgn="base"/>
            <a:r>
              <a:rPr lang="en-US" b="1" dirty="0"/>
              <a:t>Brief History &amp; Overview: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JBK IT Technologies is an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Technology Services and Digital Solutions </a:t>
            </a:r>
            <a:r>
              <a:rPr lang="en-GB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internship platform that provides practical training opportunities for students in various technical domains such as Web Development, Data Science, Artificial Intelligence, and Software Development. </a:t>
            </a:r>
            <a:endParaRPr lang="en-US" dirty="0"/>
          </a:p>
          <a:p>
            <a:pPr fontAlgn="base"/>
            <a:r>
              <a:rPr lang="en-US" b="1" dirty="0"/>
              <a:t>Location(s): </a:t>
            </a:r>
            <a:r>
              <a:rPr lang="en-US" dirty="0"/>
              <a:t>Hyderabad , India.</a:t>
            </a:r>
          </a:p>
          <a:p>
            <a:pPr fontAlgn="base"/>
            <a:r>
              <a:rPr lang="en-US" b="1" dirty="0"/>
              <a:t>Services Offered:</a:t>
            </a:r>
            <a:r>
              <a:rPr lang="en-US" dirty="0"/>
              <a:t> Web Development, Software Solutions, IT Services.</a:t>
            </a:r>
          </a:p>
        </p:txBody>
      </p:sp>
      <p:sp>
        <p:nvSpPr>
          <p:cNvPr id="194" name="Google Shape;194;p4"/>
          <p:cNvSpPr txBox="1">
            <a:spLocks noGrp="1"/>
          </p:cNvSpPr>
          <p:nvPr>
            <p:ph type="body" idx="2"/>
          </p:nvPr>
        </p:nvSpPr>
        <p:spPr>
          <a:xfrm>
            <a:off x="4263774" y="4594004"/>
            <a:ext cx="3955552" cy="49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The department I worked in.</a:t>
            </a:r>
            <a:endParaRPr dirty="0"/>
          </a:p>
        </p:txBody>
      </p:sp>
      <p:sp>
        <p:nvSpPr>
          <p:cNvPr id="195" name="Google Shape;195;p4"/>
          <p:cNvSpPr txBox="1">
            <a:spLocks noGrp="1"/>
          </p:cNvSpPr>
          <p:nvPr>
            <p:ph type="body" idx="4"/>
          </p:nvPr>
        </p:nvSpPr>
        <p:spPr>
          <a:xfrm>
            <a:off x="4263774" y="5468907"/>
            <a:ext cx="7540886" cy="96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b="1" dirty="0"/>
              <a:t>Internship Title/Designation:</a:t>
            </a:r>
            <a:r>
              <a:rPr lang="en-US" dirty="0"/>
              <a:t> Web Development Intern</a:t>
            </a:r>
          </a:p>
          <a:p>
            <a:r>
              <a:rPr lang="en-US" b="1" dirty="0"/>
              <a:t>Department/Division Assigned: </a:t>
            </a:r>
            <a:r>
              <a:rPr lang="en-US" dirty="0"/>
              <a:t>web Projects Division</a:t>
            </a:r>
            <a:endParaRPr dirty="0"/>
          </a:p>
        </p:txBody>
      </p:sp>
      <p:pic>
        <p:nvPicPr>
          <p:cNvPr id="196" name="Google Shape;196;p4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000"/>
              <a:buFont typeface="Arial"/>
              <a:buNone/>
            </a:pPr>
            <a:r>
              <a:rPr lang="en-US" dirty="0"/>
              <a:t>INTERNSHIP OBJECTIVES</a:t>
            </a:r>
            <a:br>
              <a:rPr lang="en-US" dirty="0"/>
            </a:br>
            <a:endParaRPr dirty="0"/>
          </a:p>
        </p:txBody>
      </p:sp>
      <p:sp>
        <p:nvSpPr>
          <p:cNvPr id="203" name="Google Shape;203;p5"/>
          <p:cNvSpPr txBox="1">
            <a:spLocks noGrp="1"/>
          </p:cNvSpPr>
          <p:nvPr>
            <p:ph type="body" idx="1"/>
          </p:nvPr>
        </p:nvSpPr>
        <p:spPr>
          <a:xfrm>
            <a:off x="649224" y="3483864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Primary objectives of internship.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endParaRPr dirty="0"/>
          </a:p>
        </p:txBody>
      </p:sp>
      <p:sp>
        <p:nvSpPr>
          <p:cNvPr id="204" name="Google Shape;204;p5"/>
          <p:cNvSpPr txBox="1">
            <a:spLocks noGrp="1"/>
          </p:cNvSpPr>
          <p:nvPr>
            <p:ph type="body" idx="2"/>
          </p:nvPr>
        </p:nvSpPr>
        <p:spPr>
          <a:xfrm>
            <a:off x="603504" y="4142620"/>
            <a:ext cx="4754880" cy="247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sz="1700" dirty="0"/>
              <a:t>Gain practical exposure to Web development workflows</a:t>
            </a:r>
          </a:p>
          <a:p>
            <a:r>
              <a:rPr lang="en-US" sz="1700" dirty="0"/>
              <a:t>Contribute to ongoing web development projects and understand deployment practices and team collaboration.</a:t>
            </a:r>
            <a:endParaRPr sz="1700" dirty="0"/>
          </a:p>
        </p:txBody>
      </p:sp>
      <p:sp>
        <p:nvSpPr>
          <p:cNvPr id="205" name="Google Shape;205;p5"/>
          <p:cNvSpPr txBox="1">
            <a:spLocks noGrp="1"/>
          </p:cNvSpPr>
          <p:nvPr>
            <p:ph type="body" idx="3"/>
          </p:nvPr>
        </p:nvSpPr>
        <p:spPr>
          <a:xfrm>
            <a:off x="5593007" y="4152889"/>
            <a:ext cx="5715051" cy="242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dirty="0"/>
              <a:t>Participated in </a:t>
            </a:r>
            <a:r>
              <a:rPr lang="en-US" b="1" dirty="0"/>
              <a:t>web development tasks</a:t>
            </a:r>
            <a:r>
              <a:rPr lang="en-US" dirty="0"/>
              <a:t> and assisted in creating web pages.</a:t>
            </a:r>
          </a:p>
          <a:p>
            <a:pPr fontAlgn="base"/>
            <a:r>
              <a:rPr lang="en-US" dirty="0"/>
              <a:t>Worked with HTML, CSS, and JavaScript to design and develop simple web applications.</a:t>
            </a:r>
          </a:p>
        </p:txBody>
      </p:sp>
      <p:sp>
        <p:nvSpPr>
          <p:cNvPr id="206" name="Google Shape;206;p5"/>
          <p:cNvSpPr txBox="1"/>
          <p:nvPr/>
        </p:nvSpPr>
        <p:spPr>
          <a:xfrm>
            <a:off x="5726132" y="3483864"/>
            <a:ext cx="558192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Hoped to achieve during the internship.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5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5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"/>
          <p:cNvSpPr txBox="1">
            <a:spLocks noGrp="1"/>
          </p:cNvSpPr>
          <p:nvPr>
            <p:ph type="title"/>
          </p:nvPr>
        </p:nvSpPr>
        <p:spPr>
          <a:xfrm>
            <a:off x="2322576" y="981556"/>
            <a:ext cx="7498080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/>
              <a:t>WORK RESPONSIBILITIES</a:t>
            </a:r>
            <a:endParaRPr/>
          </a:p>
        </p:txBody>
      </p:sp>
      <p:sp>
        <p:nvSpPr>
          <p:cNvPr id="214" name="Google Shape;214;p6"/>
          <p:cNvSpPr txBox="1">
            <a:spLocks noGrp="1"/>
          </p:cNvSpPr>
          <p:nvPr>
            <p:ph type="body" idx="1"/>
          </p:nvPr>
        </p:nvSpPr>
        <p:spPr>
          <a:xfrm>
            <a:off x="306070" y="2712351"/>
            <a:ext cx="525986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Projects I worked on or assisted with.</a:t>
            </a:r>
            <a:endParaRPr dirty="0"/>
          </a:p>
        </p:txBody>
      </p:sp>
      <p:sp>
        <p:nvSpPr>
          <p:cNvPr id="215" name="Google Shape;215;p6"/>
          <p:cNvSpPr txBox="1">
            <a:spLocks noGrp="1"/>
          </p:cNvSpPr>
          <p:nvPr>
            <p:ph type="body" idx="3"/>
          </p:nvPr>
        </p:nvSpPr>
        <p:spPr>
          <a:xfrm>
            <a:off x="0" y="3091072"/>
            <a:ext cx="5976740" cy="3707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dirty="0"/>
              <a:t>Simple Website Development: Built a basic website using HTML, CSS, and JavaScript.</a:t>
            </a:r>
          </a:p>
          <a:p>
            <a:pPr fontAlgn="base"/>
            <a:r>
              <a:rPr lang="en-US" dirty="0"/>
              <a:t>Calculator Web Application: Created a basic calculator using HTML, CSS, and JavaScript.</a:t>
            </a:r>
          </a:p>
          <a:p>
            <a:pPr fontAlgn="base"/>
            <a:r>
              <a:rPr lang="en-US" dirty="0"/>
              <a:t>API-Based Web Application: Integrated external APIs to fetch and display real-time data within web applications.</a:t>
            </a:r>
          </a:p>
          <a:p>
            <a:pPr fontAlgn="base"/>
            <a:endParaRPr lang="en-US" dirty="0"/>
          </a:p>
        </p:txBody>
      </p:sp>
      <p:sp>
        <p:nvSpPr>
          <p:cNvPr id="216" name="Google Shape;216;p6"/>
          <p:cNvSpPr txBox="1">
            <a:spLocks noGrp="1"/>
          </p:cNvSpPr>
          <p:nvPr>
            <p:ph type="body" idx="2"/>
          </p:nvPr>
        </p:nvSpPr>
        <p:spPr>
          <a:xfrm>
            <a:off x="6215261" y="2712351"/>
            <a:ext cx="525986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My main tasks and responsibilities.</a:t>
            </a:r>
            <a:endParaRPr dirty="0"/>
          </a:p>
        </p:txBody>
      </p:sp>
      <p:sp>
        <p:nvSpPr>
          <p:cNvPr id="217" name="Google Shape;217;p6"/>
          <p:cNvSpPr txBox="1">
            <a:spLocks noGrp="1"/>
          </p:cNvSpPr>
          <p:nvPr>
            <p:ph type="body" idx="4"/>
          </p:nvPr>
        </p:nvSpPr>
        <p:spPr>
          <a:xfrm>
            <a:off x="5883964" y="3180525"/>
            <a:ext cx="6081478" cy="352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 fontAlgn="base"/>
            <a:r>
              <a:rPr lang="en-US" dirty="0"/>
              <a:t>Developed web pages using HTML, CSS, and JavaScript.</a:t>
            </a:r>
          </a:p>
          <a:p>
            <a:pPr algn="just" fontAlgn="base"/>
            <a:r>
              <a:rPr lang="en-US" dirty="0"/>
              <a:t>Designed and implemented basic web applications like a calculator.</a:t>
            </a:r>
          </a:p>
          <a:p>
            <a:pPr algn="just" fontAlgn="base"/>
            <a:r>
              <a:rPr lang="en-US" dirty="0"/>
              <a:t>Tested and debugged website code to ensure proper functionality.</a:t>
            </a:r>
          </a:p>
          <a:p>
            <a:pPr algn="just" fontAlgn="base"/>
            <a:r>
              <a:rPr lang="en-US" dirty="0"/>
              <a:t>Collaborated with team members and shared project work through GitHub.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endParaRPr dirty="0"/>
          </a:p>
        </p:txBody>
      </p:sp>
      <p:pic>
        <p:nvPicPr>
          <p:cNvPr id="218" name="Google Shape;218;p6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6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 txBox="1">
            <a:spLocks noGrp="1"/>
          </p:cNvSpPr>
          <p:nvPr>
            <p:ph type="title"/>
          </p:nvPr>
        </p:nvSpPr>
        <p:spPr>
          <a:xfrm>
            <a:off x="2887" y="2730337"/>
            <a:ext cx="5027435" cy="1858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Font typeface="Arial"/>
              <a:buNone/>
            </a:pPr>
            <a:r>
              <a:rPr lang="en-US"/>
              <a:t>CHALLENGES AND SOLUTIONS</a:t>
            </a:r>
            <a:endParaRPr/>
          </a:p>
        </p:txBody>
      </p:sp>
      <p:sp>
        <p:nvSpPr>
          <p:cNvPr id="225" name="Google Shape;225;p7"/>
          <p:cNvSpPr txBox="1">
            <a:spLocks noGrp="1"/>
          </p:cNvSpPr>
          <p:nvPr>
            <p:ph type="body" idx="1"/>
          </p:nvPr>
        </p:nvSpPr>
        <p:spPr>
          <a:xfrm>
            <a:off x="6096000" y="3659566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</a:pPr>
            <a:r>
              <a:rPr lang="en-US" dirty="0"/>
              <a:t>How I addressed or overcame them.</a:t>
            </a:r>
            <a:endParaRPr dirty="0"/>
          </a:p>
        </p:txBody>
      </p:sp>
      <p:sp>
        <p:nvSpPr>
          <p:cNvPr id="226" name="Google Shape;226;p7"/>
          <p:cNvSpPr txBox="1">
            <a:spLocks noGrp="1"/>
          </p:cNvSpPr>
          <p:nvPr>
            <p:ph type="body" idx="3"/>
          </p:nvPr>
        </p:nvSpPr>
        <p:spPr>
          <a:xfrm>
            <a:off x="6096000" y="4588796"/>
            <a:ext cx="533400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b="1" dirty="0"/>
              <a:t>Practiced coding and improved understanding of web development.</a:t>
            </a:r>
          </a:p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b="1" dirty="0"/>
              <a:t>Debugged errors and tested the code carefully.</a:t>
            </a:r>
          </a:p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dirty="0"/>
              <a:t>Planned tasks properly to complete work on time.</a:t>
            </a:r>
            <a:endParaRPr dirty="0"/>
          </a:p>
        </p:txBody>
      </p:sp>
      <p:sp>
        <p:nvSpPr>
          <p:cNvPr id="227" name="Google Shape;227;p7"/>
          <p:cNvSpPr txBox="1">
            <a:spLocks noGrp="1"/>
          </p:cNvSpPr>
          <p:nvPr>
            <p:ph type="body" idx="2"/>
          </p:nvPr>
        </p:nvSpPr>
        <p:spPr>
          <a:xfrm>
            <a:off x="6117016" y="956501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</a:pPr>
            <a:r>
              <a:rPr lang="en-US" dirty="0"/>
              <a:t>Challenges I faced during my internship.</a:t>
            </a:r>
            <a:endParaRPr dirty="0"/>
          </a:p>
        </p:txBody>
      </p:sp>
      <p:sp>
        <p:nvSpPr>
          <p:cNvPr id="228" name="Google Shape;228;p7"/>
          <p:cNvSpPr txBox="1">
            <a:spLocks noGrp="1"/>
          </p:cNvSpPr>
          <p:nvPr>
            <p:ph type="body" idx="4"/>
          </p:nvPr>
        </p:nvSpPr>
        <p:spPr>
          <a:xfrm>
            <a:off x="5842696" y="1746250"/>
            <a:ext cx="541856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Learning new web development concepts.</a:t>
            </a:r>
          </a:p>
          <a:p>
            <a:r>
              <a:rPr lang="en-US" dirty="0"/>
              <a:t>Fixing coding errors.</a:t>
            </a:r>
          </a:p>
          <a:p>
            <a:r>
              <a:rPr lang="en-US" dirty="0"/>
              <a:t>Managing time to finish tasks.</a:t>
            </a:r>
            <a:endParaRPr dirty="0"/>
          </a:p>
        </p:txBody>
      </p:sp>
      <p:pic>
        <p:nvPicPr>
          <p:cNvPr id="229" name="Google Shape;229;p7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7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 txBox="1">
            <a:spLocks noGrp="1"/>
          </p:cNvSpPr>
          <p:nvPr>
            <p:ph type="title"/>
          </p:nvPr>
        </p:nvSpPr>
        <p:spPr>
          <a:xfrm>
            <a:off x="634786" y="1074420"/>
            <a:ext cx="10871708" cy="70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SKILLS GAINED AND KNOWLEDGE ACQUIRED</a:t>
            </a:r>
            <a:br>
              <a:rPr lang="en-US" sz="5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236" name="Google Shape;236;p8"/>
          <p:cNvSpPr txBox="1">
            <a:spLocks noGrp="1"/>
          </p:cNvSpPr>
          <p:nvPr>
            <p:ph type="body" idx="1"/>
          </p:nvPr>
        </p:nvSpPr>
        <p:spPr>
          <a:xfrm>
            <a:off x="8287806" y="2797931"/>
            <a:ext cx="3282696" cy="522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Pictures if any..</a:t>
            </a:r>
            <a:endParaRPr dirty="0"/>
          </a:p>
        </p:txBody>
      </p:sp>
      <p:sp>
        <p:nvSpPr>
          <p:cNvPr id="237" name="Google Shape;237;p8"/>
          <p:cNvSpPr txBox="1">
            <a:spLocks noGrp="1"/>
          </p:cNvSpPr>
          <p:nvPr>
            <p:ph type="body" idx="2"/>
          </p:nvPr>
        </p:nvSpPr>
        <p:spPr>
          <a:xfrm>
            <a:off x="4334256" y="2768701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 professional and personal skills 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developed.</a:t>
            </a:r>
            <a:endParaRPr dirty="0"/>
          </a:p>
        </p:txBody>
      </p:sp>
      <p:sp>
        <p:nvSpPr>
          <p:cNvPr id="238" name="Google Shape;238;p8"/>
          <p:cNvSpPr txBox="1">
            <a:spLocks noGrp="1"/>
          </p:cNvSpPr>
          <p:nvPr>
            <p:ph type="body" idx="4"/>
          </p:nvPr>
        </p:nvSpPr>
        <p:spPr>
          <a:xfrm>
            <a:off x="4112673" y="3980943"/>
            <a:ext cx="3767606" cy="2645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dirty="0"/>
              <a:t>Improved web development and coding skills.</a:t>
            </a:r>
          </a:p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IN" dirty="0"/>
              <a:t>Learned problem-solving and debugging.</a:t>
            </a:r>
          </a:p>
          <a:p>
            <a:pPr marL="387350" lvl="0" indent="-285750">
              <a:buFont typeface="Wingdings" panose="05000000000000000000" pitchFamily="2" charset="2"/>
              <a:buChar char="§"/>
            </a:pPr>
            <a:r>
              <a:rPr lang="en-US" dirty="0"/>
              <a:t>Improved teamwork and communication skills.</a:t>
            </a:r>
          </a:p>
        </p:txBody>
      </p:sp>
      <p:sp>
        <p:nvSpPr>
          <p:cNvPr id="239" name="Google Shape;239;p8"/>
          <p:cNvSpPr txBox="1">
            <a:spLocks noGrp="1"/>
          </p:cNvSpPr>
          <p:nvPr>
            <p:ph type="body" idx="5"/>
          </p:nvPr>
        </p:nvSpPr>
        <p:spPr>
          <a:xfrm>
            <a:off x="380706" y="2767263"/>
            <a:ext cx="3282696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ools, software, or methodologies 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learned.</a:t>
            </a:r>
            <a:endParaRPr dirty="0"/>
          </a:p>
        </p:txBody>
      </p:sp>
      <p:sp>
        <p:nvSpPr>
          <p:cNvPr id="240" name="Google Shape;240;p8"/>
          <p:cNvSpPr txBox="1">
            <a:spLocks noGrp="1"/>
          </p:cNvSpPr>
          <p:nvPr>
            <p:ph type="body" idx="6"/>
          </p:nvPr>
        </p:nvSpPr>
        <p:spPr>
          <a:xfrm>
            <a:off x="67447" y="3873687"/>
            <a:ext cx="4045226" cy="2753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IN" dirty="0"/>
              <a:t>Programming Languages: HTML, CSS, JavaScript</a:t>
            </a:r>
          </a:p>
          <a:p>
            <a:pPr fontAlgn="base"/>
            <a:r>
              <a:rPr lang="en-IN" dirty="0"/>
              <a:t>Tools: VS Code, GitHub.</a:t>
            </a:r>
          </a:p>
          <a:p>
            <a:pPr fontAlgn="base"/>
            <a:r>
              <a:rPr lang="en-IN" dirty="0"/>
              <a:t>Technologies: Basic Web Development</a:t>
            </a:r>
          </a:p>
        </p:txBody>
      </p:sp>
      <p:pic>
        <p:nvPicPr>
          <p:cNvPr id="241" name="Google Shape;241;p8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8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5C3E04-312A-1859-EE33-281E0C1B6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806" y="3320475"/>
            <a:ext cx="2689732" cy="32491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42;p8">
            <a:extLst>
              <a:ext uri="{FF2B5EF4-FFF2-40B4-BE49-F238E27FC236}">
                <a16:creationId xmlns:a16="http://schemas.microsoft.com/office/drawing/2014/main" id="{1BAE2611-A84D-9310-0B40-BC59482260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41;p8">
            <a:extLst>
              <a:ext uri="{FF2B5EF4-FFF2-40B4-BE49-F238E27FC236}">
                <a16:creationId xmlns:a16="http://schemas.microsoft.com/office/drawing/2014/main" id="{EB7C1139-77AC-CA88-0121-2B0DF5928B7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ABFD99-8A94-2265-62C2-77825CAA2C78}"/>
              </a:ext>
            </a:extLst>
          </p:cNvPr>
          <p:cNvSpPr txBox="1"/>
          <p:nvPr/>
        </p:nvSpPr>
        <p:spPr>
          <a:xfrm>
            <a:off x="1918252" y="280466"/>
            <a:ext cx="3898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Website Pages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C2A51D-6F91-49B6-900B-D1529BA76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814" y="1270986"/>
            <a:ext cx="10671108" cy="503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95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42;p8">
            <a:extLst>
              <a:ext uri="{FF2B5EF4-FFF2-40B4-BE49-F238E27FC236}">
                <a16:creationId xmlns:a16="http://schemas.microsoft.com/office/drawing/2014/main" id="{1BAE2611-A84D-9310-0B40-BC59482260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41;p8">
            <a:extLst>
              <a:ext uri="{FF2B5EF4-FFF2-40B4-BE49-F238E27FC236}">
                <a16:creationId xmlns:a16="http://schemas.microsoft.com/office/drawing/2014/main" id="{EB7C1139-77AC-CA88-0121-2B0DF5928B7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ABFD99-8A94-2265-62C2-77825CAA2C78}"/>
              </a:ext>
            </a:extLst>
          </p:cNvPr>
          <p:cNvSpPr txBox="1"/>
          <p:nvPr/>
        </p:nvSpPr>
        <p:spPr>
          <a:xfrm>
            <a:off x="1918252" y="280466"/>
            <a:ext cx="3898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Website Pages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1ABDF-07EF-45BF-95C8-C16ACF14F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255" y="1207867"/>
            <a:ext cx="3682263" cy="53696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C6D1E3-2CEA-4451-93B1-42BC0E0B8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422" y="1372166"/>
            <a:ext cx="4505896" cy="2136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1D286B-7E9F-4D6E-BDD7-2028972FF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482" y="3133944"/>
            <a:ext cx="4510853" cy="21367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D55BBB-6435-488E-BB2A-BC0B66459E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6162" y="4294290"/>
            <a:ext cx="4505896" cy="214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61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 txBox="1">
            <a:spLocks noGrp="1"/>
          </p:cNvSpPr>
          <p:nvPr>
            <p:ph type="title"/>
          </p:nvPr>
        </p:nvSpPr>
        <p:spPr>
          <a:xfrm>
            <a:off x="603504" y="1073975"/>
            <a:ext cx="11192256" cy="5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</a:pPr>
            <a:r>
              <a:rPr lang="en-US" dirty="0"/>
              <a:t>CONTRIBUTION TO THE ORGANIZATION</a:t>
            </a:r>
            <a:endParaRPr dirty="0"/>
          </a:p>
        </p:txBody>
      </p:sp>
      <p:sp>
        <p:nvSpPr>
          <p:cNvPr id="248" name="Google Shape;248;p9"/>
          <p:cNvSpPr txBox="1">
            <a:spLocks noGrp="1"/>
          </p:cNvSpPr>
          <p:nvPr>
            <p:ph type="body" idx="1"/>
          </p:nvPr>
        </p:nvSpPr>
        <p:spPr>
          <a:xfrm>
            <a:off x="649224" y="2726531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dirty="0"/>
              <a:t>How my work added value to the organization.</a:t>
            </a:r>
            <a:endParaRPr dirty="0"/>
          </a:p>
        </p:txBody>
      </p:sp>
      <p:sp>
        <p:nvSpPr>
          <p:cNvPr id="249" name="Google Shape;249;p9"/>
          <p:cNvSpPr txBox="1">
            <a:spLocks noGrp="1"/>
          </p:cNvSpPr>
          <p:nvPr>
            <p:ph type="body" idx="2"/>
          </p:nvPr>
        </p:nvSpPr>
        <p:spPr>
          <a:xfrm>
            <a:off x="6240379" y="2730542"/>
            <a:ext cx="4828032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dirty="0"/>
              <a:t>Feedback received from my supervisor or team.</a:t>
            </a:r>
            <a:endParaRPr dirty="0"/>
          </a:p>
        </p:txBody>
      </p:sp>
      <p:sp>
        <p:nvSpPr>
          <p:cNvPr id="250" name="Google Shape;250;p9"/>
          <p:cNvSpPr txBox="1">
            <a:spLocks noGrp="1"/>
          </p:cNvSpPr>
          <p:nvPr>
            <p:ph type="body" idx="3"/>
          </p:nvPr>
        </p:nvSpPr>
        <p:spPr>
          <a:xfrm>
            <a:off x="365760" y="3640932"/>
            <a:ext cx="5458570" cy="168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dirty="0"/>
              <a:t>Helped in developing </a:t>
            </a:r>
            <a:r>
              <a:rPr lang="en-US" dirty="0" err="1"/>
              <a:t>Omnifood</a:t>
            </a:r>
            <a:r>
              <a:rPr lang="en-US" dirty="0"/>
              <a:t> web applications for project tasks.</a:t>
            </a:r>
          </a:p>
          <a:p>
            <a:pPr fontAlgn="base"/>
            <a:r>
              <a:rPr lang="en-US" dirty="0"/>
              <a:t> Created reusable code that supported faster development.</a:t>
            </a:r>
          </a:p>
          <a:p>
            <a:pPr fontAlgn="base"/>
            <a:r>
              <a:rPr lang="en-US" dirty="0"/>
              <a:t> Actively participated in team discussions and project improvements.</a:t>
            </a:r>
            <a:endParaRPr dirty="0"/>
          </a:p>
        </p:txBody>
      </p:sp>
      <p:sp>
        <p:nvSpPr>
          <p:cNvPr id="251" name="Google Shape;251;p9"/>
          <p:cNvSpPr txBox="1">
            <a:spLocks noGrp="1"/>
          </p:cNvSpPr>
          <p:nvPr>
            <p:ph type="body" idx="4"/>
          </p:nvPr>
        </p:nvSpPr>
        <p:spPr>
          <a:xfrm>
            <a:off x="6096000" y="3636920"/>
            <a:ext cx="5383696" cy="2485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>
              <a:buNone/>
            </a:pPr>
            <a:r>
              <a:rPr lang="en-US" dirty="0"/>
              <a:t>   Received appreciation for fast learning ability, consistency, and active contribution to web development tasks and project goals. The supervisor noted a clear improvement in practical Web development skills and professionalism during the internship.</a:t>
            </a:r>
            <a:endParaRPr dirty="0"/>
          </a:p>
        </p:txBody>
      </p:sp>
      <p:pic>
        <p:nvPicPr>
          <p:cNvPr id="252" name="Google Shape;252;p9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9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 txBox="1">
            <a:spLocks noGrp="1"/>
          </p:cNvSpPr>
          <p:nvPr>
            <p:ph type="title"/>
          </p:nvPr>
        </p:nvSpPr>
        <p:spPr>
          <a:xfrm>
            <a:off x="7374532" y="2968487"/>
            <a:ext cx="4846320" cy="168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259" name="Google Shape;259;p10"/>
          <p:cNvSpPr txBox="1">
            <a:spLocks noGrp="1"/>
          </p:cNvSpPr>
          <p:nvPr>
            <p:ph type="body" idx="1"/>
          </p:nvPr>
        </p:nvSpPr>
        <p:spPr>
          <a:xfrm>
            <a:off x="677159" y="1136897"/>
            <a:ext cx="6611489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Summarization of internship experience:</a:t>
            </a:r>
            <a:endParaRPr dirty="0"/>
          </a:p>
        </p:txBody>
      </p:sp>
      <p:sp>
        <p:nvSpPr>
          <p:cNvPr id="260" name="Google Shape;260;p10"/>
          <p:cNvSpPr txBox="1">
            <a:spLocks noGrp="1"/>
          </p:cNvSpPr>
          <p:nvPr>
            <p:ph type="body" idx="3"/>
          </p:nvPr>
        </p:nvSpPr>
        <p:spPr>
          <a:xfrm>
            <a:off x="411478" y="1773792"/>
            <a:ext cx="5684522" cy="1829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 algn="just">
              <a:buNone/>
            </a:pPr>
            <a:r>
              <a:rPr lang="en-US" dirty="0"/>
              <a:t>    My overall experience at JBK IT Technologies was both enriching and valuable. Being part of the Web Development team helped me understand real-world development practices and allowed me to apply my academic knowledge to practical web development projects.</a:t>
            </a:r>
            <a:endParaRPr dirty="0"/>
          </a:p>
        </p:txBody>
      </p:sp>
      <p:sp>
        <p:nvSpPr>
          <p:cNvPr id="261" name="Google Shape;261;p10"/>
          <p:cNvSpPr txBox="1">
            <a:spLocks noGrp="1"/>
          </p:cNvSpPr>
          <p:nvPr>
            <p:ph type="body" idx="2"/>
          </p:nvPr>
        </p:nvSpPr>
        <p:spPr>
          <a:xfrm>
            <a:off x="677159" y="3928801"/>
            <a:ext cx="5908360" cy="955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</a:pPr>
            <a:r>
              <a:rPr lang="en-US" dirty="0"/>
              <a:t>Reflect on how the internship aligned     with my career goals:</a:t>
            </a:r>
            <a:endParaRPr dirty="0"/>
          </a:p>
        </p:txBody>
      </p:sp>
      <p:sp>
        <p:nvSpPr>
          <p:cNvPr id="262" name="Google Shape;262;p10"/>
          <p:cNvSpPr txBox="1">
            <a:spLocks noGrp="1"/>
          </p:cNvSpPr>
          <p:nvPr>
            <p:ph type="body" idx="4"/>
          </p:nvPr>
        </p:nvSpPr>
        <p:spPr>
          <a:xfrm>
            <a:off x="411478" y="4999223"/>
            <a:ext cx="7182018" cy="1935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3464" lvl="0" indent="-181864" algn="just">
              <a:buNone/>
            </a:pPr>
            <a:r>
              <a:rPr lang="en-US" dirty="0"/>
              <a:t>   This internship helped me understand web development and real industry work. The hands-on experience with web projects and teamwork improved my technical skills and supported my goal of building a career in the software and web development field.</a:t>
            </a:r>
            <a:endParaRPr dirty="0"/>
          </a:p>
        </p:txBody>
      </p:sp>
      <p:pic>
        <p:nvPicPr>
          <p:cNvPr id="263" name="Google Shape;263;p10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0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1"/>
          <p:cNvPicPr preferRelativeResize="0"/>
          <p:nvPr/>
        </p:nvPicPr>
        <p:blipFill rotWithShape="1">
          <a:blip r:embed="rId3">
            <a:alphaModFix/>
          </a:blip>
          <a:srcRect r="88329"/>
          <a:stretch/>
        </p:blipFill>
        <p:spPr>
          <a:xfrm>
            <a:off x="11261256" y="156460"/>
            <a:ext cx="833333" cy="95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1"/>
          <p:cNvPicPr preferRelativeResize="0"/>
          <p:nvPr/>
        </p:nvPicPr>
        <p:blipFill rotWithShape="1">
          <a:blip r:embed="rId3">
            <a:alphaModFix/>
          </a:blip>
          <a:srcRect l="50128" r="33632"/>
          <a:stretch/>
        </p:blipFill>
        <p:spPr>
          <a:xfrm>
            <a:off x="97411" y="156460"/>
            <a:ext cx="1159497" cy="9558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9EA8509-3217-0AFE-903A-18E27FEA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746</Words>
  <Application>Microsoft Office PowerPoint</Application>
  <PresentationFormat>Widescreen</PresentationFormat>
  <Paragraphs>83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INTERNSHIP REPORT</vt:lpstr>
      <vt:lpstr>TABLE OF CONTENTS</vt:lpstr>
      <vt:lpstr>INTRODUCTION</vt:lpstr>
      <vt:lpstr>COMPANY OVERVIEW</vt:lpstr>
      <vt:lpstr>INTERNSHIP OBJECTIVES </vt:lpstr>
      <vt:lpstr>WORK RESPONSIBILITIES</vt:lpstr>
      <vt:lpstr>CHALLENGES AND SOLUTIONS</vt:lpstr>
      <vt:lpstr>SKILLS GAINED AND KNOWLEDGE ACQUIRED </vt:lpstr>
      <vt:lpstr>PowerPoint Presentation</vt:lpstr>
      <vt:lpstr>PowerPoint Presentation</vt:lpstr>
      <vt:lpstr>CONTRIBUTION TO THE ORGANIZATION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REPORT</dc:title>
  <dc:creator>Kaviyashree J</dc:creator>
  <cp:lastModifiedBy>Harshith Harsha</cp:lastModifiedBy>
  <cp:revision>16</cp:revision>
  <dcterms:created xsi:type="dcterms:W3CDTF">2024-12-20T05:29:06Z</dcterms:created>
  <dcterms:modified xsi:type="dcterms:W3CDTF">2026-03-26T18:18:19Z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